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heart_disease_analysis_story/Story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44EE3AE-2483-43A4-880B-BB2C6CD6A97D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heart_disease_analysis_story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2F0884E6-1A2E-4898-A206-4B444C4F0DF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3/5/2026 9:25:00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1" id="2" name="slide2">
            <a:extLst>
              <a:ext uri="{FF2B5EF4-FFF2-40B4-BE49-F238E27FC236}">
                <a16:creationId xmlns:a16="http://schemas.microsoft.com/office/drawing/2014/main" id="{23DACE40-FFE5-4AED-9E32-AD485A45A2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2" id="3" name="slide3">
            <a:extLst>
              <a:ext uri="{FF2B5EF4-FFF2-40B4-BE49-F238E27FC236}">
                <a16:creationId xmlns:a16="http://schemas.microsoft.com/office/drawing/2014/main" id="{EDA4C57E-764F-4135-A042-083F1472B3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3" id="4" name="slide4">
            <a:extLst>
              <a:ext uri="{FF2B5EF4-FFF2-40B4-BE49-F238E27FC236}">
                <a16:creationId xmlns:a16="http://schemas.microsoft.com/office/drawing/2014/main" id="{B39799B7-9EB7-45A3-BC21-7F303B95B6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4" id="5" name="slide5">
            <a:extLst>
              <a:ext uri="{FF2B5EF4-FFF2-40B4-BE49-F238E27FC236}">
                <a16:creationId xmlns:a16="http://schemas.microsoft.com/office/drawing/2014/main" id="{35249D49-359F-42B0-9619-D17A201E61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5" id="6" name="slide6">
            <a:extLst>
              <a:ext uri="{FF2B5EF4-FFF2-40B4-BE49-F238E27FC236}">
                <a16:creationId xmlns:a16="http://schemas.microsoft.com/office/drawing/2014/main" id="{DB352FF6-A2B5-4081-ABE7-02360A5170A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6" id="7" name="slide7">
            <a:extLst>
              <a:ext uri="{FF2B5EF4-FFF2-40B4-BE49-F238E27FC236}">
                <a16:creationId xmlns:a16="http://schemas.microsoft.com/office/drawing/2014/main" id="{5C345486-2D72-4BF4-8144-4785B192A61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7" id="8" name="slide8">
            <a:extLst>
              <a:ext uri="{FF2B5EF4-FFF2-40B4-BE49-F238E27FC236}">
                <a16:creationId xmlns:a16="http://schemas.microsoft.com/office/drawing/2014/main" id="{19DD1D69-96A1-4E52-82F8-8E658BC050C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8" id="9" name="slide9">
            <a:extLst>
              <a:ext uri="{FF2B5EF4-FFF2-40B4-BE49-F238E27FC236}">
                <a16:creationId xmlns:a16="http://schemas.microsoft.com/office/drawing/2014/main" id="{27E100ED-B11E-4877-B07F-9EE79A47B8D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ory9" id="10" name="slide10">
            <a:extLst>
              <a:ext uri="{FF2B5EF4-FFF2-40B4-BE49-F238E27FC236}">
                <a16:creationId xmlns:a16="http://schemas.microsoft.com/office/drawing/2014/main" id="{82DF718A-463F-4F6C-88BF-FEBECB47241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28"/>
            <a:ext cx="12192000" cy="685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2026-03-05T09:25:01Z</dcterms:created>
  <dcterms:modified xsi:type="dcterms:W3CDTF">2026-03-05T09:25:01Z</dcterms:modified>
</cp:coreProperties>
</file>